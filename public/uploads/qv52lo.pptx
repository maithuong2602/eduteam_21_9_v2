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Muli Heavy" charset="1" panose="00000A00000000000000"/>
      <p:regular r:id="rId8"/>
    </p:embeddedFont>
    <p:embeddedFont>
      <p:font typeface="Asap Bold" charset="1" panose="020F0804030202060203"/>
      <p:regular r:id="rId9"/>
    </p:embeddedFont>
    <p:embeddedFont>
      <p:font typeface="Asap" charset="1" panose="020F0504030202060203"/>
      <p:regular r:id="rId10"/>
    </p:embeddedFont>
    <p:embeddedFont>
      <p:font typeface="Cabin Bold" charset="1" panose="00000800000000000000"/>
      <p:regular r:id="rId11"/>
    </p:embeddedFont>
    <p:embeddedFont>
      <p:font typeface="Cabin Medium" charset="1" panose="00000600000000000000"/>
      <p:regular r:id="rId12"/>
    </p:embeddedFont>
    <p:embeddedFont>
      <p:font typeface="Muli Semi-Bold" charset="1" panose="00000700000000000000"/>
      <p:regular r:id="rId13"/>
    </p:embeddedFont>
    <p:embeddedFont>
      <p:font typeface="Muli Ultra-Bold" charset="1" panose="000009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21" y="897805"/>
            <a:ext cx="4991649" cy="72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b="true" sz="5499" spc="109">
                <a:solidFill>
                  <a:srgbClr val="182556"/>
                </a:solidFill>
                <a:latin typeface="Muli Heavy"/>
                <a:ea typeface="Muli Heavy"/>
                <a:cs typeface="Muli Heavy"/>
                <a:sym typeface="Muli Heavy"/>
              </a:rPr>
              <a:t>3. LUYỆN TẬP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3727" y="1740741"/>
            <a:ext cx="6537746" cy="637829"/>
          </a:xfrm>
          <a:custGeom>
            <a:avLst/>
            <a:gdLst/>
            <a:ahLst/>
            <a:cxnLst/>
            <a:rect r="r" b="b" t="t" l="l"/>
            <a:pathLst>
              <a:path h="637829" w="6537746">
                <a:moveTo>
                  <a:pt x="0" y="0"/>
                </a:moveTo>
                <a:lnTo>
                  <a:pt x="6537746" y="0"/>
                </a:lnTo>
                <a:lnTo>
                  <a:pt x="6537746" y="637829"/>
                </a:lnTo>
                <a:lnTo>
                  <a:pt x="0" y="637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1919" y="1839434"/>
            <a:ext cx="5869301" cy="38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4B4B4B"/>
                </a:solidFill>
                <a:latin typeface="Asap Bold"/>
                <a:ea typeface="Asap Bold"/>
                <a:cs typeface="Asap Bold"/>
                <a:sym typeface="Asap Bold"/>
              </a:rPr>
              <a:t>Câu 1 </a:t>
            </a:r>
            <a:r>
              <a:rPr lang="en-US" sz="2458">
                <a:solidFill>
                  <a:srgbClr val="4B4B4B"/>
                </a:solidFill>
                <a:latin typeface="Asap"/>
                <a:ea typeface="Asap"/>
                <a:cs typeface="Asap"/>
                <a:sym typeface="Asap"/>
              </a:rPr>
              <a:t>/ Bộ câu hỏi trắc nghiệm tương tác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89657" y="677693"/>
            <a:ext cx="2631044" cy="1063048"/>
          </a:xfrm>
          <a:custGeom>
            <a:avLst/>
            <a:gdLst/>
            <a:ahLst/>
            <a:cxnLst/>
            <a:rect r="r" b="b" t="t" l="l"/>
            <a:pathLst>
              <a:path h="1063048" w="2631044">
                <a:moveTo>
                  <a:pt x="0" y="0"/>
                </a:moveTo>
                <a:lnTo>
                  <a:pt x="2631045" y="0"/>
                </a:lnTo>
                <a:lnTo>
                  <a:pt x="2631045" y="1063048"/>
                </a:lnTo>
                <a:lnTo>
                  <a:pt x="0" y="1063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28165" y="890303"/>
            <a:ext cx="451795" cy="637829"/>
          </a:xfrm>
          <a:custGeom>
            <a:avLst/>
            <a:gdLst/>
            <a:ahLst/>
            <a:cxnLst/>
            <a:rect r="r" b="b" t="t" l="l"/>
            <a:pathLst>
              <a:path h="637829" w="451795">
                <a:moveTo>
                  <a:pt x="0" y="0"/>
                </a:moveTo>
                <a:lnTo>
                  <a:pt x="451795" y="0"/>
                </a:lnTo>
                <a:lnTo>
                  <a:pt x="451795" y="637828"/>
                </a:lnTo>
                <a:lnTo>
                  <a:pt x="0" y="637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52599" y="952999"/>
            <a:ext cx="1206772" cy="49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3"/>
              </a:lnSpc>
            </a:pPr>
            <a:r>
              <a:rPr lang="en-US" sz="3485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01:00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1117" y="2591180"/>
            <a:ext cx="17208092" cy="3826973"/>
          </a:xfrm>
          <a:custGeom>
            <a:avLst/>
            <a:gdLst/>
            <a:ahLst/>
            <a:cxnLst/>
            <a:rect r="r" b="b" t="t" l="l"/>
            <a:pathLst>
              <a:path h="3826973" w="17208092">
                <a:moveTo>
                  <a:pt x="0" y="0"/>
                </a:moveTo>
                <a:lnTo>
                  <a:pt x="17208092" y="0"/>
                </a:lnTo>
                <a:lnTo>
                  <a:pt x="17208092" y="3826973"/>
                </a:lnTo>
                <a:lnTo>
                  <a:pt x="0" y="3826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99775" y="3705459"/>
            <a:ext cx="11866594" cy="13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6"/>
              </a:lnSpc>
            </a:pPr>
            <a:r>
              <a:rPr lang="en-US" sz="4750" b="true">
                <a:solidFill>
                  <a:srgbClr val="4B4B4B"/>
                </a:solidFill>
                <a:latin typeface="Cabin Medium"/>
                <a:ea typeface="Cabin Medium"/>
                <a:cs typeface="Cabin Medium"/>
                <a:sym typeface="Cabin Medium"/>
              </a:rPr>
              <a:t>Thông tin đảm bảo phản ánh đúng thực tế, không có sai lệch là thể hiện tiêu chí nào?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105179" y="4717276"/>
            <a:ext cx="1102912" cy="1063048"/>
          </a:xfrm>
          <a:custGeom>
            <a:avLst/>
            <a:gdLst/>
            <a:ahLst/>
            <a:cxnLst/>
            <a:rect r="r" b="b" t="t" l="l"/>
            <a:pathLst>
              <a:path h="1063048" w="1102912">
                <a:moveTo>
                  <a:pt x="0" y="0"/>
                </a:moveTo>
                <a:lnTo>
                  <a:pt x="1102913" y="0"/>
                </a:lnTo>
                <a:lnTo>
                  <a:pt x="1102913" y="1063048"/>
                </a:lnTo>
                <a:lnTo>
                  <a:pt x="0" y="1063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3727" y="6205543"/>
            <a:ext cx="8065878" cy="1700877"/>
          </a:xfrm>
          <a:custGeom>
            <a:avLst/>
            <a:gdLst/>
            <a:ahLst/>
            <a:cxnLst/>
            <a:rect r="r" b="b" t="t" l="l"/>
            <a:pathLst>
              <a:path h="1700877" w="8065878">
                <a:moveTo>
                  <a:pt x="0" y="0"/>
                </a:moveTo>
                <a:lnTo>
                  <a:pt x="8065877" y="0"/>
                </a:lnTo>
                <a:lnTo>
                  <a:pt x="8065877" y="1700877"/>
                </a:lnTo>
                <a:lnTo>
                  <a:pt x="0" y="1700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8194" y="6732622"/>
            <a:ext cx="3254628" cy="63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4470" b="true">
                <a:solidFill>
                  <a:srgbClr val="4B4B4B"/>
                </a:solidFill>
                <a:latin typeface="Cabin Medium"/>
                <a:ea typeface="Cabin Medium"/>
                <a:cs typeface="Cabin Medium"/>
                <a:sym typeface="Cabin Medium"/>
              </a:rPr>
              <a:t>[A] Tính mới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3727" y="7906420"/>
            <a:ext cx="8065878" cy="1913487"/>
          </a:xfrm>
          <a:custGeom>
            <a:avLst/>
            <a:gdLst/>
            <a:ahLst/>
            <a:cxnLst/>
            <a:rect r="r" b="b" t="t" l="l"/>
            <a:pathLst>
              <a:path h="1913487" w="8065878">
                <a:moveTo>
                  <a:pt x="0" y="0"/>
                </a:moveTo>
                <a:lnTo>
                  <a:pt x="8065877" y="0"/>
                </a:lnTo>
                <a:lnTo>
                  <a:pt x="8065877" y="1913487"/>
                </a:lnTo>
                <a:lnTo>
                  <a:pt x="0" y="19134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98194" y="8569569"/>
            <a:ext cx="4040859" cy="63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4470" b="true">
                <a:solidFill>
                  <a:srgbClr val="4B4B4B"/>
                </a:solidFill>
                <a:latin typeface="Cabin Medium"/>
                <a:ea typeface="Cabin Medium"/>
                <a:cs typeface="Cabin Medium"/>
                <a:sym typeface="Cabin Medium"/>
              </a:rPr>
              <a:t>[C] Tính đầy đủ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42214" y="6205543"/>
            <a:ext cx="8716995" cy="1913487"/>
          </a:xfrm>
          <a:custGeom>
            <a:avLst/>
            <a:gdLst/>
            <a:ahLst/>
            <a:cxnLst/>
            <a:rect r="r" b="b" t="t" l="l"/>
            <a:pathLst>
              <a:path h="1913487" w="8716995">
                <a:moveTo>
                  <a:pt x="0" y="0"/>
                </a:moveTo>
                <a:lnTo>
                  <a:pt x="8716995" y="0"/>
                </a:lnTo>
                <a:lnTo>
                  <a:pt x="8716995" y="1913487"/>
                </a:lnTo>
                <a:lnTo>
                  <a:pt x="0" y="1913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82169" y="6732622"/>
            <a:ext cx="4808805" cy="63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4470" b="true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[B] Tính chính xác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105179" y="6630763"/>
            <a:ext cx="1102912" cy="850439"/>
          </a:xfrm>
          <a:custGeom>
            <a:avLst/>
            <a:gdLst/>
            <a:ahLst/>
            <a:cxnLst/>
            <a:rect r="r" b="b" t="t" l="l"/>
            <a:pathLst>
              <a:path h="850439" w="1102912">
                <a:moveTo>
                  <a:pt x="0" y="0"/>
                </a:moveTo>
                <a:lnTo>
                  <a:pt x="1102913" y="0"/>
                </a:lnTo>
                <a:lnTo>
                  <a:pt x="1102913" y="850438"/>
                </a:lnTo>
                <a:lnTo>
                  <a:pt x="0" y="850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4824" y="7906420"/>
            <a:ext cx="8065878" cy="1913487"/>
          </a:xfrm>
          <a:custGeom>
            <a:avLst/>
            <a:gdLst/>
            <a:ahLst/>
            <a:cxnLst/>
            <a:rect r="r" b="b" t="t" l="l"/>
            <a:pathLst>
              <a:path h="1913487" w="8065878">
                <a:moveTo>
                  <a:pt x="0" y="0"/>
                </a:moveTo>
                <a:lnTo>
                  <a:pt x="8065878" y="0"/>
                </a:lnTo>
                <a:lnTo>
                  <a:pt x="8065878" y="1913487"/>
                </a:lnTo>
                <a:lnTo>
                  <a:pt x="0" y="1913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82169" y="8569569"/>
            <a:ext cx="5960724" cy="63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4470" b="true">
                <a:solidFill>
                  <a:srgbClr val="4B4B4B"/>
                </a:solidFill>
                <a:latin typeface="Cabin Medium"/>
                <a:ea typeface="Cabin Medium"/>
                <a:cs typeface="Cabin Medium"/>
                <a:sym typeface="Cabin Medium"/>
              </a:rPr>
              <a:t>[D] Tính sử dụng được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756296" y="9819907"/>
            <a:ext cx="451795" cy="425219"/>
          </a:xfrm>
          <a:custGeom>
            <a:avLst/>
            <a:gdLst/>
            <a:ahLst/>
            <a:cxnLst/>
            <a:rect r="r" b="b" t="t" l="l"/>
            <a:pathLst>
              <a:path h="425219" w="451795">
                <a:moveTo>
                  <a:pt x="0" y="0"/>
                </a:moveTo>
                <a:lnTo>
                  <a:pt x="451796" y="0"/>
                </a:lnTo>
                <a:lnTo>
                  <a:pt x="451796" y="425219"/>
                </a:lnTo>
                <a:lnTo>
                  <a:pt x="0" y="4252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949665" y="9943073"/>
            <a:ext cx="1225057" cy="17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6"/>
              </a:lnSpc>
            </a:pPr>
            <a:r>
              <a:rPr lang="en-US" sz="1111" b="true">
                <a:solidFill>
                  <a:srgbClr val="4B4B4B"/>
                </a:solidFill>
                <a:latin typeface="Muli Heavy"/>
                <a:ea typeface="Muli Heavy"/>
                <a:cs typeface="Muli Heavy"/>
                <a:sym typeface="Muli Heavy"/>
              </a:rPr>
              <a:t>Gemini Notebook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7946" y="593384"/>
            <a:ext cx="4168850" cy="63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b="true" sz="4885" spc="-97">
                <a:solidFill>
                  <a:srgbClr val="1E2E5D"/>
                </a:solidFill>
                <a:latin typeface="Muli Heavy"/>
                <a:ea typeface="Muli Heavy"/>
                <a:cs typeface="Muli Heavy"/>
                <a:sym typeface="Muli Heavy"/>
              </a:rPr>
              <a:t>3. LUYỆN TẬP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1117" y="1315522"/>
            <a:ext cx="6325136" cy="637829"/>
          </a:xfrm>
          <a:custGeom>
            <a:avLst/>
            <a:gdLst/>
            <a:ahLst/>
            <a:cxnLst/>
            <a:rect r="r" b="b" t="t" l="l"/>
            <a:pathLst>
              <a:path h="637829" w="6325136">
                <a:moveTo>
                  <a:pt x="0" y="0"/>
                </a:moveTo>
                <a:lnTo>
                  <a:pt x="6325136" y="0"/>
                </a:lnTo>
                <a:lnTo>
                  <a:pt x="6325136" y="637829"/>
                </a:lnTo>
                <a:lnTo>
                  <a:pt x="0" y="637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3928" y="1448073"/>
            <a:ext cx="5595035" cy="36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35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Câu 2 </a:t>
            </a:r>
            <a:r>
              <a:rPr lang="en-US" sz="2357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/ Bộ câu hỏi trắc nghiệm tương tác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4438" y="465083"/>
            <a:ext cx="3268873" cy="1488267"/>
          </a:xfrm>
          <a:custGeom>
            <a:avLst/>
            <a:gdLst/>
            <a:ahLst/>
            <a:cxnLst/>
            <a:rect r="r" b="b" t="t" l="l"/>
            <a:pathLst>
              <a:path h="1488267" w="3268873">
                <a:moveTo>
                  <a:pt x="0" y="0"/>
                </a:moveTo>
                <a:lnTo>
                  <a:pt x="3268873" y="0"/>
                </a:lnTo>
                <a:lnTo>
                  <a:pt x="3268873" y="1488268"/>
                </a:lnTo>
                <a:lnTo>
                  <a:pt x="0" y="1488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77048" y="465083"/>
            <a:ext cx="3056263" cy="1275658"/>
          </a:xfrm>
          <a:custGeom>
            <a:avLst/>
            <a:gdLst/>
            <a:ahLst/>
            <a:cxnLst/>
            <a:rect r="r" b="b" t="t" l="l"/>
            <a:pathLst>
              <a:path h="1275658" w="3056263">
                <a:moveTo>
                  <a:pt x="0" y="0"/>
                </a:moveTo>
                <a:lnTo>
                  <a:pt x="3056263" y="0"/>
                </a:lnTo>
                <a:lnTo>
                  <a:pt x="3056263" y="1275658"/>
                </a:lnTo>
                <a:lnTo>
                  <a:pt x="0" y="1275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89657" y="677693"/>
            <a:ext cx="677693" cy="637829"/>
          </a:xfrm>
          <a:custGeom>
            <a:avLst/>
            <a:gdLst/>
            <a:ahLst/>
            <a:cxnLst/>
            <a:rect r="r" b="b" t="t" l="l"/>
            <a:pathLst>
              <a:path h="637829" w="677693">
                <a:moveTo>
                  <a:pt x="0" y="0"/>
                </a:moveTo>
                <a:lnTo>
                  <a:pt x="677694" y="0"/>
                </a:lnTo>
                <a:lnTo>
                  <a:pt x="677694" y="637829"/>
                </a:lnTo>
                <a:lnTo>
                  <a:pt x="0" y="637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596617" y="874972"/>
            <a:ext cx="1517608" cy="50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8"/>
              </a:lnSpc>
            </a:pPr>
            <a:r>
              <a:rPr lang="en-US" b="true" sz="3828" spc="-76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01:00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76336" y="2165960"/>
            <a:ext cx="16131756" cy="3401754"/>
          </a:xfrm>
          <a:custGeom>
            <a:avLst/>
            <a:gdLst/>
            <a:ahLst/>
            <a:cxnLst/>
            <a:rect r="r" b="b" t="t" l="l"/>
            <a:pathLst>
              <a:path h="3401754" w="16131756">
                <a:moveTo>
                  <a:pt x="0" y="0"/>
                </a:moveTo>
                <a:lnTo>
                  <a:pt x="16131756" y="0"/>
                </a:lnTo>
                <a:lnTo>
                  <a:pt x="16131756" y="3401754"/>
                </a:lnTo>
                <a:lnTo>
                  <a:pt x="0" y="3401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75847" y="3079012"/>
            <a:ext cx="13877881" cy="124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b="true" sz="4132" spc="-82">
                <a:solidFill>
                  <a:srgbClr val="2727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Một bản tin ghi thời gian tổ chức sự kiện từ năm trước</a:t>
            </a:r>
          </a:p>
          <a:p>
            <a:pPr algn="ctr">
              <a:lnSpc>
                <a:spcPts val="4959"/>
              </a:lnSpc>
            </a:pPr>
            <a:r>
              <a:rPr lang="en-US" b="true" sz="4132" spc="-82">
                <a:solidFill>
                  <a:srgbClr val="2727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đã hết hạn sử dụng sẽ bị vi phạm tiêu chí nào?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454062" y="3866837"/>
            <a:ext cx="1315522" cy="1063048"/>
          </a:xfrm>
          <a:custGeom>
            <a:avLst/>
            <a:gdLst/>
            <a:ahLst/>
            <a:cxnLst/>
            <a:rect r="r" b="b" t="t" l="l"/>
            <a:pathLst>
              <a:path h="1063048" w="1315522">
                <a:moveTo>
                  <a:pt x="0" y="0"/>
                </a:moveTo>
                <a:lnTo>
                  <a:pt x="1315523" y="0"/>
                </a:lnTo>
                <a:lnTo>
                  <a:pt x="1315523" y="1063048"/>
                </a:lnTo>
                <a:lnTo>
                  <a:pt x="0" y="10630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6336" y="5355105"/>
            <a:ext cx="8065878" cy="2126096"/>
          </a:xfrm>
          <a:custGeom>
            <a:avLst/>
            <a:gdLst/>
            <a:ahLst/>
            <a:cxnLst/>
            <a:rect r="r" b="b" t="t" l="l"/>
            <a:pathLst>
              <a:path h="2126096" w="8065878">
                <a:moveTo>
                  <a:pt x="0" y="0"/>
                </a:moveTo>
                <a:lnTo>
                  <a:pt x="8065878" y="0"/>
                </a:lnTo>
                <a:lnTo>
                  <a:pt x="8065878" y="2126096"/>
                </a:lnTo>
                <a:lnTo>
                  <a:pt x="0" y="21260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2234" y="5355105"/>
            <a:ext cx="7627370" cy="1913487"/>
          </a:xfrm>
          <a:custGeom>
            <a:avLst/>
            <a:gdLst/>
            <a:ahLst/>
            <a:cxnLst/>
            <a:rect r="r" b="b" t="t" l="l"/>
            <a:pathLst>
              <a:path h="1913487" w="7627370">
                <a:moveTo>
                  <a:pt x="0" y="0"/>
                </a:moveTo>
                <a:lnTo>
                  <a:pt x="7627370" y="0"/>
                </a:lnTo>
                <a:lnTo>
                  <a:pt x="7627370" y="1913486"/>
                </a:lnTo>
                <a:lnTo>
                  <a:pt x="0" y="1913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56886" y="6028003"/>
            <a:ext cx="2834086" cy="6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b="true" sz="3926" spc="-78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[A] Tính mới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614082" y="5992934"/>
            <a:ext cx="877015" cy="637829"/>
          </a:xfrm>
          <a:custGeom>
            <a:avLst/>
            <a:gdLst/>
            <a:ahLst/>
            <a:cxnLst/>
            <a:rect r="r" b="b" t="t" l="l"/>
            <a:pathLst>
              <a:path h="637829" w="877015">
                <a:moveTo>
                  <a:pt x="0" y="0"/>
                </a:moveTo>
                <a:lnTo>
                  <a:pt x="877015" y="0"/>
                </a:lnTo>
                <a:lnTo>
                  <a:pt x="877015" y="637829"/>
                </a:lnTo>
                <a:lnTo>
                  <a:pt x="0" y="6378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2214" y="5355105"/>
            <a:ext cx="8065878" cy="2126096"/>
          </a:xfrm>
          <a:custGeom>
            <a:avLst/>
            <a:gdLst/>
            <a:ahLst/>
            <a:cxnLst/>
            <a:rect r="r" b="b" t="t" l="l"/>
            <a:pathLst>
              <a:path h="2126096" w="8065878">
                <a:moveTo>
                  <a:pt x="0" y="0"/>
                </a:moveTo>
                <a:lnTo>
                  <a:pt x="8065878" y="0"/>
                </a:lnTo>
                <a:lnTo>
                  <a:pt x="8065878" y="2126096"/>
                </a:lnTo>
                <a:lnTo>
                  <a:pt x="0" y="2126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098648" y="6028003"/>
            <a:ext cx="4168850" cy="6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b="true" sz="3926" spc="-78">
                <a:solidFill>
                  <a:srgbClr val="6F6F6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[B] Tính chính xác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76336" y="7481201"/>
            <a:ext cx="8065878" cy="1913487"/>
          </a:xfrm>
          <a:custGeom>
            <a:avLst/>
            <a:gdLst/>
            <a:ahLst/>
            <a:cxnLst/>
            <a:rect r="r" b="b" t="t" l="l"/>
            <a:pathLst>
              <a:path h="1913487" w="8065878">
                <a:moveTo>
                  <a:pt x="0" y="0"/>
                </a:moveTo>
                <a:lnTo>
                  <a:pt x="8065878" y="0"/>
                </a:lnTo>
                <a:lnTo>
                  <a:pt x="8065878" y="1913487"/>
                </a:lnTo>
                <a:lnTo>
                  <a:pt x="0" y="19134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64335" y="7967003"/>
            <a:ext cx="3474041" cy="6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b="true" sz="3926" spc="-78">
                <a:solidFill>
                  <a:srgbClr val="6F6F6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[C] Tính đầy đủ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2214" y="7481201"/>
            <a:ext cx="8065878" cy="1913487"/>
          </a:xfrm>
          <a:custGeom>
            <a:avLst/>
            <a:gdLst/>
            <a:ahLst/>
            <a:cxnLst/>
            <a:rect r="r" b="b" t="t" l="l"/>
            <a:pathLst>
              <a:path h="1913487" w="8065878">
                <a:moveTo>
                  <a:pt x="0" y="0"/>
                </a:moveTo>
                <a:lnTo>
                  <a:pt x="8065878" y="0"/>
                </a:lnTo>
                <a:lnTo>
                  <a:pt x="8065878" y="1913487"/>
                </a:lnTo>
                <a:lnTo>
                  <a:pt x="0" y="19134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586684" y="7967003"/>
            <a:ext cx="5174493" cy="6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b="true" sz="3926" spc="-78">
                <a:solidFill>
                  <a:srgbClr val="6F6F6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[D] Tính sử dụng được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756296" y="9819907"/>
            <a:ext cx="451795" cy="425219"/>
          </a:xfrm>
          <a:custGeom>
            <a:avLst/>
            <a:gdLst/>
            <a:ahLst/>
            <a:cxnLst/>
            <a:rect r="r" b="b" t="t" l="l"/>
            <a:pathLst>
              <a:path h="425219" w="451795">
                <a:moveTo>
                  <a:pt x="0" y="0"/>
                </a:moveTo>
                <a:lnTo>
                  <a:pt x="451796" y="0"/>
                </a:lnTo>
                <a:lnTo>
                  <a:pt x="451796" y="425219"/>
                </a:lnTo>
                <a:lnTo>
                  <a:pt x="0" y="4252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931380" y="9961292"/>
            <a:ext cx="1243341" cy="15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34"/>
              </a:lnSpc>
            </a:pPr>
            <a:r>
              <a:rPr lang="en-US" b="true" sz="1111" spc="-22">
                <a:solidFill>
                  <a:srgbClr val="27272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Gemini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DAHVkBztUQs</dc:identifier>
  <dcterms:modified xsi:type="dcterms:W3CDTF">2011-08-01T06:04:30Z</dcterms:modified>
  <cp:revision>1</cp:revision>
  <dc:title>bai3_1.pptx</dc:title>
</cp:coreProperties>
</file>